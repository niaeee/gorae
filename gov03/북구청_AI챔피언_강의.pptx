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울산 북구청 AI 직무역량 강화 교육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AI챔피언 도전하기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 이홍우 주무관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울산광역시교육청 정책관실 정책기획팀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 블루 인증 (울산 관공서 최초)  |  고래.I 강사  |  교육부 데이터리더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840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2026. 3.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소개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이홍우 주무관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울산광역시교육청 정책관실 정책기획팀 (국민제안 담당)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대외협력팀 3년 (의회·교육기부 업무)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울산 관공서 최초 AI 챔피언 블루 인증 취득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울산교육청 AI 학습 연구 동아리 '고래.I' 강사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교육부 주관 데이터리더 활동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여러분이 오늘 이 자리에 오신 이유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북구청 보도자료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8288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「북구, 전직원 AI 역량강화 나선다」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한국시사경제, 2026.02.03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행정안전부가 주관하는 'AI 챔피언' 인증 취득을 추진하기로 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20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"부서별 1명 이상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챔피언 인증 취득을 목표로"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공공행정 현장에서 AI를 활용해 문제를 해결할 수 있는 실무 인재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개발자 채용 → 행정 몰라 실무 적용 무리 → 현장 공무원이 직접 역량을 갖추자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2030년까지 공직 AI 전문가 2만 명 양성 (전체 공직자의 2%)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3520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단편적 지식검증을 지양하고, 업무에서 발생하는 문제를 AI와 데이터로 해결하기 위한 역량 강화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 6대 핵심 역량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6304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분석기술의 이해 및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AI·머신러닝 개념 이해, 행정 현장 모델 설계·해석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8016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46304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AI의 이해 및 활용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설계, 문서작성·요약·질의응답 등 행정 업무 활용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8016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46304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정책기획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전략적 적용, 문제 정의 및 실행 가능한 계획 수립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97180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및 활용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수집·정제·활용, 행정 문제 해결 정보 도출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9718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97180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20440" y="315468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7764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조직운영 및 리더십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 협업 구조 설계, AI 변화 대응 리더십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971800"/>
            <a:ext cx="246888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172200" y="315468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294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윤리와 책임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공정성·투명성·설명가능성 이해, 책임감 있는 AI 운영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 등급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최초 AI 활용 실무 중심 인증제도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 (Green)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융합 실무자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노코드 기반 AI 활용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기획안 작성·홍보 콘텐츠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기획자 역할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실무자 대상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64592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2560320" cy="5029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 (Blue)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전환 실행자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파이썬·데이터 분석·LLM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PoC부터 서비스 구축까지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중심 전문가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역량 보유자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45920"/>
            <a:ext cx="256032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 (Black)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리더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부처 AI 과제 총괄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자문·교육 수행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신설 예정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기술사급 · 5개월 과정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7680960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챔피언이 되는 3가지 경로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41732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"체계적 학습부터 인증까지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해결하고 싶어요"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행안부 AI 종합 교육과정 참여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수행평가로 인증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강사 경험 경로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2801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41732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자기주도형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"이미 충분히 학습했어요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실력만 검증받고 싶어요"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수강 없이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수행평가에만 응시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06640" y="141732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자격연계형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"이미 공인 자격증이 있어요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활용할 수 없나요?"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 / ADP / 빅데이터분석기사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지정과목 1개 이상 수료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수행평가 — 이렇게 진행됩니다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474720" cy="10972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절대평가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75점 이상이면 전원 합격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80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활용  30점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       30점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구현        40점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60320"/>
            <a:ext cx="45720" cy="7772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없는 시험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접근 과정과 결과 도출 과정을 평가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560320"/>
            <a:ext cx="45720" cy="7772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모니토(Monito)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2시간 30분 화면 녹화, 모니터 1개만 사용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20440"/>
            <a:ext cx="45720" cy="7772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AI 도구 가능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ChatGPT·Gemini·Claude 활용 OK, 외부 소통 금지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520440"/>
            <a:ext cx="45720" cy="7772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연 6회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 기회 대폭 확대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 과정 실제 경험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 9. 11.(목) ~ 10. 2.(목)  |  약 3주  |  전부 비대면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31089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날짜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과정안내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9.11(목)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과정 소개·일정 안내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이러닝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9.15~9.19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필수 3과목 온라인 학습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databus.kr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집중수업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9.23~9.25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Python·생성형AI·웹서비스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셀프스터디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9.29~10.1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예제문제 풀이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자기주도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수행평가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10.2(목)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2시간 30분 시험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모니토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749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연수 처리 필요한 건 총 4일  |  나머지는 업무 병행 가능  |  무료 AI 도구로 진행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 취득 후, 뭐가 달라졌나?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거부감 해소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파이썬으로 엑셀 데이터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바이브코딩 시대 적응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두려움 제거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235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n8n, 버블, 올라마, 수파베이스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해본 것의 힘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00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개발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0876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재난안전 학교조회 시스템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정책뉴스 한눈에 서비스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29260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실현 능력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2356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생각하면 그대로 만들 수 있는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시대가 된 것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세계에 AI가 몇 개 있을까요?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200만+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0" y="2834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1,100만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300만+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0292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전망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기준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데이터로 학습해 다양한 작업을 수행할 수 있는 거대 AI 모델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54864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691640" y="3200400"/>
            <a:ext cx="640080" cy="640080"/>
          </a:xfrm>
          <a:prstGeom prst="ellipse">
            <a:avLst/>
          </a:prstGeom>
          <a:solidFill>
            <a:srgbClr val="10A37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828800"/>
            <a:ext cx="256032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80560" y="3200400"/>
            <a:ext cx="640080" cy="640080"/>
          </a:xfrm>
          <a:prstGeom prst="ellipse">
            <a:avLst/>
          </a:prstGeom>
          <a:solidFill>
            <a:srgbClr val="4285F4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82880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269480" y="3200400"/>
            <a:ext cx="640080" cy="64008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가지가 현재 가장 널리 쓰이는 파운데이션 모델입니다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주권 — 독자 파운데이션 모델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독파모 프로젝트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5,300억 원 투입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2027년까지 GPT 95% 수준 목표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살아남은 3팀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AI연구원  |  SK텔레콤  |  업스테이지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네이버·카카오·KT·NC 모두 탈락 또는 포기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모델을 만드는 건 그만큼 어려운 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우리가 쓸 수 있는 현실적 도구는 ChatGPT · Gemini · Claude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도구 비교 — 상황별 활용법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하나만 고집하지 말고, 상황에 맞는 도구를 골라 쓰는 게 실력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업무 상황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추천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아이디어 브레인스토밍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다양한 아이디어를 빠르게 뽑아냄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검색·최신 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28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구글 연동, 최신 정보 접근에 강함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공문·보도자료 작성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 문체 정돈, 긴 문서 구조화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분석·시각화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 실행 환경 내장, 차트 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문서 분석·요약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문서 처리 능력 우수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엑셀·데이터 정리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4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업로드 후 바로 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릴레이 워크플로우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가지를 조합해서 하나의 업무 결과물을 완성하는 방법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468880" cy="41148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ChatGPT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도출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"북구 인구감소 대응 방안을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10가지 제안해줘"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56032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66160" y="17373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737360"/>
            <a:ext cx="2468880" cy="411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Gemini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분석·검토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49040" y="2651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"실현 가능성과 예산 효율성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 분석해줘"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60320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75120" y="17373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75120" y="1737360"/>
            <a:ext cx="20116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Claude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8580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공문서 완성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0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"업무계획서를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작성해줘"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완성된 업무 결과물 (계획서·보고서·기획안)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시연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북구 인구감소 대응 종합 계획서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업무보고서 스킬로 실시간 작성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주의사항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200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할루시네이션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그럴듯한 거짓 정보를 만들 수 있음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법령·통계·인명은 반드시 사실 확인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280160"/>
            <a:ext cx="2560320" cy="45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08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입력 금지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0332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주민번호·내부 보안자료 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절대 입력하지 말 것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280160"/>
            <a:ext cx="2560320" cy="45720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08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저작권·책임 소재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최종 책임은 사용자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4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검토·수정 후 사용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5"/>
          <p:cNvSpPr/>
          <p:nvPr/>
        </p:nvSpPr>
        <p:spPr>
          <a:xfrm>
            <a:off x="1097280" y="37490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"AI는 보조 도구입니다. 최종 판단은 반드시 사람이 합니다."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직무역량 강화 교육  |  AI챔피언 도전하기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궁금한 것은 무엇이든 편하게 질문해 주세요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AI 챔피언은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여러분입니다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절대평가 75점  |  비대면 3주  |  연수 4일  |  무료 도구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특별한 배경이 아니라,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현장의 불편함을 해결하고 싶은 마음에서 시작됩니다.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직무역량 강화 교육 - AI챔피언 도전하기</dc:title>
  <dc:subject>PptxGenJS Presentation</dc:subject>
  <dc:creator>이홍우</dc:creator>
  <cp:lastModifiedBy>이홍우</cp:lastModifiedBy>
  <cp:revision>1</cp:revision>
  <dcterms:created xsi:type="dcterms:W3CDTF">2026-03-18T23:40:54Z</dcterms:created>
  <dcterms:modified xsi:type="dcterms:W3CDTF">2026-03-18T23:40:54Z</dcterms:modified>
</cp:coreProperties>
</file>